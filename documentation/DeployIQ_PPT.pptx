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ECC71"/>
                </a:solidFill>
                <a:latin typeface="Arial"/>
              </a:rPr>
              <a:t>DeployIQ — AI DevOps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F0FE"/>
                </a:solidFill>
                <a:latin typeface="Arial"/>
              </a:rPr>
              <a:t>Docker logs → evidence-grounded root-cause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AADC2"/>
                </a:solidFill>
                <a:latin typeface="Arial"/>
              </a:rPr>
              <a:t>Shravan Mote (08)  •  Bhushan Gosavi (37)  •  Vijay Barhate (05)  •  Sanskar Jadhav (50)
Guide: Dr. Roohum Jegan  •  Saraswati College of Engineering, Kharghar (2026–27)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C71"/>
                </a:solidFill>
                <a:latin typeface="Arial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Docker failures surface as long, noisy container logs under release pressure.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Manual triage is slow; generic LLM advice hallucinates and cites nothing.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CC71"/>
                </a:solidFill>
                <a:latin typeface="Arial"/>
              </a:rPr>
              <a:t>Need: </a:t>
            </a:r>
            <a:r>
              <a:rPr sz="2000">
                <a:solidFill>
                  <a:srgbClr val="E8F0FE"/>
                </a:solidFill>
                <a:latin typeface="Arial"/>
              </a:rPr>
              <a:t>evidence-grounded RCA — every claim linked to logs + runbooks.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17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C71"/>
                </a:solidFill>
                <a:latin typeface="Arial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O1: Docker watching, normalization and incident grouping (SQLite + Alembic).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O2: BM25 runbook retrieval with relevance + per-attempt snapshots.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O3: LangGraph RCA on OpenRouter free models with fallback + validation.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O4: React workbench — keyboard, focus, responsive, E2E-tested, green 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17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C71"/>
                </a:solidFill>
                <a:latin typeface="Arial"/>
              </a:rPr>
              <a:t>Literature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Container monitoring (ELK/Prometheus): data, no causes.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RAG (Lewis et al. 2020): grounding needs ranked retrieval + enforced citations.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LangGraph agents: need evidence contracts, retries, cost guards.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Dashboards: alerts yes; snapshot-scoped citations + approval flags rare.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17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C71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Docker watcher → evidence extractor → BM25 runbooks → LangGraph (evidence→RAG→root-cause→report).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FastAPI REST + SQLite snapshots → React incident center + workbench.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One logical LLM call + one fallback retry; dedup guard; token accounting.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17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C71"/>
                </a:solidFill>
                <a:latin typeface="Arial"/>
              </a:rPr>
              <a:t>Results today (MVP M1–M3.3)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Backend: 97 pytest passed; Ruff clean; migrations 0001–0005.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Frontend: 92 Vitest; typecheck + lint; build; 7 Playwright E2E green.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Workbench: live regions, focus restore, reduced-motion, zero-overflow, retry.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Ghost-ID cleanup keyed on successful refreshes; failures never counted.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17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C71"/>
                </a:solidFill>
                <a:latin typeface="Arial"/>
              </a:rPr>
              <a:t>Methodology flow</a:t>
            </a:r>
          </a:p>
        </p:txBody>
      </p:sp>
      <p:pic>
        <p:nvPicPr>
          <p:cNvPr id="3" name="Picture 2" descr="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C2"/>
                </a:solidFill>
                <a:latin typeface="Arial"/>
              </a:rPr>
              <a:t>Fig 4.1 — ingest, retrieve, reason, present,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C71"/>
                </a:solidFill>
                <a:latin typeface="Arial"/>
              </a:rPr>
              <a:t>Data model (ER)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C2"/>
                </a:solidFill>
                <a:latin typeface="Arial"/>
              </a:rPr>
              <a:t>Fig 4.2 — incidents 1:N investigations; snapshots frozen per attempt.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C71"/>
                </a:solidFill>
                <a:latin typeface="Arial"/>
              </a:rPr>
              <a:t>UI / motion inspiration (references, not dependencies)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driver.js: product-tour onboarding for the workbench demo.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motionmaxxing + bang-motion: micro-interactions for status transitions.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dimensional-drawing: architecture visual language for posters.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papermorph / PaperBanana / learnharness: paper-to-story slide craft.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openfilm + pentagi + mesh-avatar-studio: demo video + presenter avatar.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17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C71"/>
                </a:solidFill>
                <a:latin typeface="Arial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Live crashme demo (M3.3-E) + recorded walkthrough.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Hybrid BM25 + pgvector retrieval, evaluated on real failures.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Risk-score calibration + approval-gated remediation.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F0FE"/>
                </a:solidFill>
                <a:latin typeface="Arial"/>
              </a:rPr>
              <a:t>•  Multi-project watch, alerting integrations, deployment packaging.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17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CC71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F0FE"/>
                </a:solidFill>
                <a:latin typeface="Arial"/>
              </a:rPr>
              <a:t>Questions + live workbench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